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2026年国产手机新功能亮点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4F8"/>
                </a:solidFill>
              </a:rPr>
              <a:t>Seminar 演讲稿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📱 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2200" dirty="0">
                <a:solidFill>
                  <a:srgbClr val="333333"/>
                </a:solidFill>
              </a:rPr>
              <a:t>1. 旗舰机皇配置趋势</a:t>
            </a:r>
            <a:endParaRPr lang="en-US" sz="2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2200" dirty="0">
                <a:solidFill>
                  <a:srgbClr val="333333"/>
                </a:solidFill>
              </a:rPr>
              <a:t>2. 折叠屏亮点</a:t>
            </a:r>
            <a:endParaRPr lang="en-US" sz="2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2200" dirty="0">
                <a:solidFill>
                  <a:srgbClr val="333333"/>
                </a:solidFill>
              </a:rPr>
              <a:t>3. 影像黑科技</a:t>
            </a:r>
            <a:endParaRPr lang="en-US" sz="2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2200" dirty="0">
                <a:solidFill>
                  <a:srgbClr val="333333"/>
                </a:solidFill>
              </a:rPr>
              <a:t>4. 续航突破</a:t>
            </a:r>
            <a:endParaRPr lang="en-US" sz="2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2200" dirty="0">
                <a:solidFill>
                  <a:srgbClr val="333333"/>
                </a:solidFill>
              </a:rPr>
              <a:t>5. AI功能爆发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🔥 旗舰机皇配置趋势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品牌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处理器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电池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屏幕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红米K90 Pro Max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骁龙8至尊版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7560mAh硅碳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1.5K OLED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OPPO Find X9 Pro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天玑9500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7500mAh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2K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一加15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骁龙8 Elite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165Hz东方屏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🏆 折叠屏亮点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OPPO Find N6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无痕钛合金铰链 + 自修复记忆玻璃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AI手写笔 - 一圈一点生成图表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全景自由窗 - 三分屏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小布记忆 - 系统级AI服务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荣耀 Magic V5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全球最薄最轻（217g）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6100mAh高硅电池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4320Hz护眼屏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三平台互联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📸 影像黑科技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双2亿像素潜望长焦（OPPO Find X9 Pro）</a:t>
            </a:r>
            <a:endParaRPr lang="en-US" sz="1800" dirty="0"/>
          </a:p>
          <a:p>
            <a:pPr indent="0" marL="0">
              <a:lnSpc>
                <a:spcPts val="3800"/>
              </a:lnSpc>
              <a:buNone/>
            </a:pPr>
            <a:endParaRPr lang="en-US" sz="18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理光GR合作主摄（真我GT8 Pro）</a:t>
            </a:r>
            <a:endParaRPr lang="en-US" sz="1800" dirty="0"/>
          </a:p>
          <a:p>
            <a:pPr indent="0" marL="0">
              <a:lnSpc>
                <a:spcPts val="3800"/>
              </a:lnSpc>
              <a:buNone/>
            </a:pPr>
            <a:endParaRPr lang="en-US" sz="18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4K超清实况照片 + 杜比视界视频</a:t>
            </a:r>
            <a:endParaRPr lang="en-US" sz="1800" dirty="0"/>
          </a:p>
          <a:p>
            <a:pPr indent="0" marL="0">
              <a:lnSpc>
                <a:spcPts val="3800"/>
              </a:lnSpc>
              <a:buNone/>
            </a:pPr>
            <a:endParaRPr lang="en-US" sz="18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一英寸主摄 + 2亿像素潜望（小米15 Ultra）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⚡ 续航突破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256032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</a:rPr>
              <a:t>7000mAh+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</a:rPr>
              <a:t>成为标配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0" y="1645920"/>
            <a:ext cx="256032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</a:rPr>
              <a:t>硅碳电池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</a:rPr>
              <a:t>寿命超5年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1645920"/>
            <a:ext cx="201168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百瓦快充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6656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</a:rPr>
              <a:t>成标配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🤖 AI功能爆发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AI一键闪记 - 记取餐码、记账单、记视频</a:t>
            </a: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AI实景对话</a:t>
            </a: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跨平台互联 - 鸿蒙、苹果、安卓三平台互通（荣耀）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🎯 总结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4F8"/>
                </a:solidFill>
              </a:rPr>
              <a:t>2026年国产手机关键词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AI + 续航 + 无痕折叠</a:t>
            </a:r>
            <a:endParaRPr lang="en-US" sz="2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2亿像素 + 10倍光变</a:t>
            </a:r>
            <a:endParaRPr lang="en-US" sz="2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7000mAh大电池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Q&amp;A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</a:rPr>
              <a:t>谢谢！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2026-03-16T05:52:59Z</dcterms:created>
  <dcterms:modified xsi:type="dcterms:W3CDTF">2026-03-16T05:52:59Z</dcterms:modified>
</cp:coreProperties>
</file>